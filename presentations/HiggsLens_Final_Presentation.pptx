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HiggsLens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Machine-learning classification of simulated HIGGS events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artifact-backed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in one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Reproducible benchmark for classifying simulated HIGGS signal versus background events.</a:t>
            </a:r>
          </a:p>
          <a:p>
            <a:pPr lvl="0"/>
            <a:r>
              <a:rPr/>
              <a:t>Compares Logistic Regression, XGBoost and a compact PyTorch MLP.</a:t>
            </a:r>
          </a:p>
          <a:p>
            <a:pPr lvl="0"/>
            <a:r>
              <a:rPr/>
              <a:t>Dashboard consumes saved artifacts; it never trains at startup.</a:t>
            </a:r>
          </a:p>
          <a:p>
            <a:pPr lvl="0" indent="0" marL="1270000">
              <a:buNone/>
            </a:pPr>
            <a:r>
              <a:rPr sz="2000" b="1"/>
              <a:t>Boundary:</a:t>
            </a:r>
            <a:r>
              <a:rPr sz="2000"/>
              <a:t> simulated benchmark only — no particle-discovery claim.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Dataset and scientific question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UCI HIGGS dataset, approximately 11 million source events.</a:t>
            </a:r>
          </a:p>
          <a:p>
            <a:pPr lvl="0"/>
            <a:r>
              <a:rPr/>
              <a:t>28 inputs: 21 low-level kinematic features + 7 high-level invariant masses.</a:t>
            </a:r>
          </a:p>
          <a:p>
            <a:pPr lvl="0"/>
            <a:r>
              <a:rPr/>
              <a:t>Current saved benchmark: 250,000 rows, seed 42, 70/15/15 split.</a:t>
            </a:r>
          </a:p>
          <a:p>
            <a:pPr lvl="0"/>
            <a:r>
              <a:rPr/>
              <a:t>Question: do engineered invariant masses add measurable value, and can nonlinear models learn useful structure from raw kinematics?</a:t>
            </a:r>
          </a:p>
        </p:txBody>
      </p:sp>
      <p:pic>
        <p:nvPicPr>
          <p:cNvPr descr="../outputs/eda/class_bal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Saved class balance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End-to-end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Download complete archive directly from UCI.</a:t>
            </a:r>
          </a:p>
          <a:p>
            <a:pPr lvl="0" indent="-342900" marL="342900">
              <a:buAutoNum type="arabicPeriod"/>
            </a:pPr>
            <a:r>
              <a:rPr/>
              <a:t>Validate schema, labels and finite values in chunks.</a:t>
            </a:r>
          </a:p>
          <a:p>
            <a:pPr lvl="0" indent="-342900" marL="342900">
              <a:buAutoNum type="arabicPeriod"/>
            </a:pPr>
            <a:r>
              <a:rPr/>
              <a:t>Create the fixed stratified split.</a:t>
            </a:r>
          </a:p>
          <a:p>
            <a:pPr lvl="0" indent="-342900" marL="342900">
              <a:buAutoNum type="arabicPeriod"/>
            </a:pPr>
            <a:r>
              <a:rPr/>
              <a:t>Fit preprocessing on training rows only.</a:t>
            </a:r>
          </a:p>
          <a:p>
            <a:pPr lvl="0" indent="-342900" marL="342900">
              <a:buAutoNum type="arabicPeriod"/>
            </a:pPr>
            <a:r>
              <a:rPr/>
              <a:t>Train models and select threshold on validation data.</a:t>
            </a:r>
          </a:p>
          <a:p>
            <a:pPr lvl="0" indent="-342900" marL="342900">
              <a:buAutoNum type="arabicPeriod"/>
            </a:pPr>
            <a:r>
              <a:rPr/>
              <a:t>Export metrics and predictions.</a:t>
            </a:r>
          </a:p>
          <a:p>
            <a:pPr lvl="0" indent="-342900" marL="342900">
              <a:buAutoNum type="arabicPeriod"/>
            </a:pPr>
            <a:r>
              <a:rPr/>
              <a:t>Explore the results in Streamlit.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Exploratory evidence</a:t>
            </a:r>
          </a:p>
        </p:txBody>
      </p:sp>
      <p:pic>
        <p:nvPicPr>
          <p:cNvPr descr="../outputs/eda/feature_distribu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93800"/>
            <a:ext cx="201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Feature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Saved EDA: 250,000 rows.</a:t>
            </a:r>
          </a:p>
          <a:p>
            <a:pPr lvl="0"/>
            <a:r>
              <a:rPr/>
              <a:t>Missing values: 0.</a:t>
            </a:r>
          </a:p>
          <a:p>
            <a:pPr lvl="0"/>
            <a:r>
              <a:rPr/>
              <a:t>Non-finite values: 0.</a:t>
            </a:r>
          </a:p>
          <a:p>
            <a:pPr lvl="0"/>
            <a:r>
              <a:rPr/>
              <a:t>Strongest saved correlation: </a:t>
            </a:r>
            <a:r>
              <a:rPr>
                <a:latin typeface="Courier"/>
              </a:rPr>
              <a:t>m_wbb</a:t>
            </a:r>
            <a:r>
              <a:rPr/>
              <a:t> with </a:t>
            </a:r>
            <a:r>
              <a:rPr>
                <a:latin typeface="Courier"/>
              </a:rPr>
              <a:t>m_wwbb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Logistic Regression</a:t>
            </a:r>
          </a:p>
          <a:p>
            <a:pPr lvl="0"/>
            <a:r>
              <a:rPr/>
              <a:t>L-BFGS, </a:t>
            </a:r>
            <a:r>
              <a:rPr>
                <a:latin typeface="Courier"/>
              </a:rPr>
              <a:t>C=1.0</a:t>
            </a:r>
            <a:r>
              <a:rPr/>
              <a:t>, training-only StandardScaler.</a:t>
            </a:r>
          </a:p>
          <a:p>
            <a:pPr lvl="0" indent="0" marL="0">
              <a:buNone/>
            </a:pPr>
            <a:r>
              <a:rPr b="1"/>
              <a:t>XGBoost</a:t>
            </a:r>
          </a:p>
          <a:p>
            <a:pPr lvl="0"/>
            <a:r>
              <a:rPr/>
              <a:t>150 trees, depth 6, learning rate 0.1, histogram method.</a:t>
            </a:r>
          </a:p>
          <a:p>
            <a:pPr lvl="0" indent="0" marL="0">
              <a:buNone/>
            </a:pPr>
            <a:r>
              <a:rPr b="1"/>
              <a:t>Compact MLP</a:t>
            </a:r>
          </a:p>
          <a:p>
            <a:pPr lvl="0"/>
            <a:r>
              <a:rPr/>
              <a:t>Hidden widths 64 → 32.</a:t>
            </a:r>
          </a:p>
          <a:p>
            <a:pPr lvl="0"/>
            <a:r>
              <a:rPr/>
              <a:t>BatchNorm + ReLU + dropout 0.20.</a:t>
            </a:r>
          </a:p>
          <a:p>
            <a:pPr lvl="0"/>
            <a:r>
              <a:rPr/>
              <a:t>AdamW, learning rate 1e-3, early stopping on validation ROC-AUC.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leaderboard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Brier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0.8266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0.1765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Compact MLP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0.8121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0.8270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0.1767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high_level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0.7848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0.1882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Compact MLP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high_level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0.7832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0.1892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Compact MLP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low_level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0.7366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low_level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0.6854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0.6817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high_level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0.6518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0.6217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0.2315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low_level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0.6222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0.2418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13200"/>
            <a:ext cx="8229600" cy="431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Current headline:</a:t>
            </a:r>
            <a:r>
              <a:rPr/>
              <a:t> XGBoost on </a:t>
            </a:r>
            <a:r>
              <a:rPr>
                <a:latin typeface="Courier"/>
              </a:rPr>
              <a:t>all</a:t>
            </a:r>
            <a:r>
              <a:rPr/>
              <a:t> features, ROC-AUC </a:t>
            </a:r>
            <a:r>
              <a:rPr b="1"/>
              <a:t>0.8123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Feature-group finding</a:t>
            </a:r>
          </a:p>
        </p:txBody>
      </p:sp>
      <p:pic>
        <p:nvPicPr>
          <p:cNvPr descr="../outputs/roc_classical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93800" y="1193800"/>
            <a:ext cx="676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Classical feature-group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Low-level-only models are weakest in the current registry.</a:t>
            </a:r>
          </a:p>
          <a:p>
            <a:pPr lvl="0"/>
            <a:r>
              <a:rPr/>
              <a:t>High-level invariant masses provide a stronger compact representation.</a:t>
            </a:r>
          </a:p>
          <a:p>
            <a:pPr lvl="0"/>
            <a:r>
              <a:rPr/>
              <a:t>Combining all 28 features gives the strongest result for each model family.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Neural training evidence</a:t>
            </a:r>
          </a:p>
        </p:txBody>
      </p:sp>
      <p:pic>
        <p:nvPicPr>
          <p:cNvPr descr="../outputs/mlp_learning_curv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700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MLP learning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learning curve is loaded from genuine per-epoch history in </a:t>
            </a:r>
            <a:r>
              <a:rPr>
                <a:latin typeface="Courier"/>
              </a:rPr>
              <a:t>outputs/mlp_all/metrics.json</a:t>
            </a:r>
            <a:r>
              <a:rPr/>
              <a:t>.</a:t>
            </a:r>
          </a:p>
          <a:p>
            <a:pPr lvl="0"/>
            <a:r>
              <a:rPr/>
              <a:t>No synthetic training history is used.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Operating-point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Threshold is selected on validation data for a 50% signal-efficiency target.</a:t>
            </a:r>
          </a:p>
          <a:p>
            <a:pPr lvl="0"/>
            <a:r>
              <a:rPr/>
              <a:t>It is frozen before test evaluation.</a:t>
            </a:r>
          </a:p>
          <a:p>
            <a:pPr lvl="0"/>
            <a:r>
              <a:rPr/>
              <a:t>Background rejection is reported as a benchmark metric, not a significance estimate.</a:t>
            </a:r>
          </a:p>
          <a:p>
            <a:pPr lvl="0"/>
            <a:r>
              <a:rPr/>
              <a:t>The dashboard exposes an interactive threshold workbench over saved test predictions.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HiggsLens Streamlit dashboard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streamlit run app/main.py</a:t>
            </a:r>
          </a:p>
          <a:p>
            <a:pPr lvl="0"/>
            <a:r>
              <a:rPr/>
              <a:t>Overview: artifact registry and current best run.</a:t>
            </a:r>
          </a:p>
          <a:p>
            <a:pPr lvl="0"/>
            <a:r>
              <a:rPr/>
              <a:t>Dataset Observatory: saved EDA tables and figures.</a:t>
            </a:r>
          </a:p>
          <a:p>
            <a:pPr lvl="0"/>
            <a:r>
              <a:rPr/>
              <a:t>Experiment Comparison: leaderboard, feature groups and runtime.</a:t>
            </a:r>
          </a:p>
          <a:p>
            <a:pPr lvl="0"/>
            <a:r>
              <a:rPr/>
              <a:t>Validation: ROC, PR, calibration, learning history and thresholds.</a:t>
            </a:r>
          </a:p>
          <a:p>
            <a:pPr lvl="0"/>
            <a:r>
              <a:rPr/>
              <a:t>Methods and Research: protocol, references and limitations.</a:t>
            </a:r>
          </a:p>
        </p:txBody>
      </p:sp>
      <p:pic>
        <p:nvPicPr>
          <p:cNvPr descr="../reports/dashboard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Dashboard overview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Reproducibility and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Artifact contract: </a:t>
            </a:r>
            <a:r>
              <a:rPr>
                <a:latin typeface="Courier"/>
              </a:rPr>
              <a:t>higgs-experiment-v1</a:t>
            </a:r>
            <a:r>
              <a:rPr/>
              <a:t>.</a:t>
            </a:r>
          </a:p>
          <a:p>
            <a:pPr lvl="0"/>
            <a:r>
              <a:rPr/>
              <a:t>Split protocol: </a:t>
            </a:r>
            <a:r>
              <a:rPr>
                <a:latin typeface="Courier"/>
              </a:rPr>
              <a:t>higgs-split-v1</a:t>
            </a:r>
            <a:r>
              <a:rPr/>
              <a:t>, seed 42.</a:t>
            </a:r>
          </a:p>
          <a:p>
            <a:pPr lvl="0"/>
            <a:r>
              <a:rPr/>
              <a:t>Current test result: </a:t>
            </a:r>
            <a:r>
              <a:rPr b="1"/>
              <a:t>105 passed</a:t>
            </a:r>
            <a:r>
              <a:rPr/>
              <a:t>.</a:t>
            </a:r>
          </a:p>
          <a:p>
            <a:pPr lvl="0"/>
            <a:r>
              <a:rPr/>
              <a:t>Raw data is downloaded from UCI at runtime and is not committed.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HIGGS events are simulated Monte Carlo events.</a:t>
            </a:r>
          </a:p>
          <a:p>
            <a:pPr lvl="0"/>
            <a:r>
              <a:rPr/>
              <a:t>The class balance is not representative of real rare-event searches.</a:t>
            </a:r>
          </a:p>
          <a:p>
            <a:pPr lvl="0"/>
            <a:r>
              <a:rPr/>
              <a:t>Current saved metrics cover the 250,000-row benchmark; the historical 1M summary is kept separate because it used a different pipeline and copied timing values.</a:t>
            </a:r>
          </a:p>
          <a:p>
            <a:pPr lvl="0"/>
            <a:r>
              <a:rPr/>
              <a:t>HiggsLens is an engineering and benchmark study, not a physics-discovery analysis.</a:t>
            </a:r>
          </a:p>
          <a:p>
            <a:pPr lvl="0" indent="0" marL="0">
              <a:buNone/>
            </a:pPr>
            <a:r>
              <a:rPr b="1"/>
              <a:t>Takeaway:</a:t>
            </a:r>
            <a:r>
              <a:rPr/>
              <a:t> the artifact-backed system works end to end, and the dashboard, report and slides now use the same saved evidence.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HiggsLens</dc:title>
  <dc:creator>Machine-learning classification of simulated HIGGS events</dc:creator>
  <cp:keywords/>
  <dcterms:created xsi:type="dcterms:W3CDTF">2026-10-26T23:09:07Z</dcterms:created>
  <dcterms:modified xsi:type="dcterms:W3CDTF">2026-10-26T23:09:07Z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Final artifact-backed presentation</vt:lpwstr>
  </property>
</Properties>
</file>